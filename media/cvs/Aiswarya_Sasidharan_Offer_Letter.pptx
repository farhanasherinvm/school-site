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6858000" cy="9144000"/>
  <p:embeddedFontLst>
    <p:embeddedFont>
      <p:font typeface="Montserrat Classic Bold" panose="020B0604020202020204" charset="0"/>
      <p:regular r:id="rId5"/>
    </p:embeddedFont>
    <p:embeddedFont>
      <p:font typeface="Montserrat Ultra-Bold" panose="020B0604020202020204" charset="0"/>
      <p:regular r:id="rId6"/>
    </p:embeddedFont>
    <p:embeddedFont>
      <p:font typeface="Open Sans" panose="020B0606030504020204" pitchFamily="34" charset="0"/>
      <p:regular r:id="rId7"/>
      <p:bold r:id="rId8"/>
    </p:embeddedFont>
    <p:embeddedFont>
      <p:font typeface="Open Sans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21738-AB2B-4609-B793-ED07E5E5AB9A}" v="1" dt="2025-06-23T14:45:56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84" d="100"/>
          <a:sy n="84" d="100"/>
        </p:scale>
        <p:origin x="1196" y="-7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7906" y="7783112"/>
            <a:ext cx="1312467" cy="667718"/>
          </a:xfrm>
          <a:custGeom>
            <a:avLst/>
            <a:gdLst/>
            <a:ahLst/>
            <a:cxnLst/>
            <a:rect l="l" t="t" r="r" b="b"/>
            <a:pathLst>
              <a:path w="1312467" h="667718">
                <a:moveTo>
                  <a:pt x="0" y="0"/>
                </a:moveTo>
                <a:lnTo>
                  <a:pt x="1312467" y="0"/>
                </a:lnTo>
                <a:lnTo>
                  <a:pt x="1312467" y="667718"/>
                </a:lnTo>
                <a:lnTo>
                  <a:pt x="0" y="667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25123" y="9430535"/>
            <a:ext cx="2529992" cy="613465"/>
            <a:chOff x="0" y="0"/>
            <a:chExt cx="3373323" cy="817953"/>
          </a:xfrm>
        </p:grpSpPr>
        <p:sp>
          <p:nvSpPr>
            <p:cNvPr id="4" name="Freeform 4"/>
            <p:cNvSpPr/>
            <p:nvPr/>
          </p:nvSpPr>
          <p:spPr>
            <a:xfrm>
              <a:off x="20692" y="31309"/>
              <a:ext cx="118875" cy="163045"/>
            </a:xfrm>
            <a:custGeom>
              <a:avLst/>
              <a:gdLst/>
              <a:ahLst/>
              <a:cxnLst/>
              <a:rect l="l" t="t" r="r" b="b"/>
              <a:pathLst>
                <a:path w="118875" h="163045">
                  <a:moveTo>
                    <a:pt x="0" y="0"/>
                  </a:moveTo>
                  <a:lnTo>
                    <a:pt x="118875" y="0"/>
                  </a:lnTo>
                  <a:lnTo>
                    <a:pt x="118875" y="163045"/>
                  </a:lnTo>
                  <a:lnTo>
                    <a:pt x="0" y="163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341480" y="-28575"/>
              <a:ext cx="1823960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+91 7025661998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370190"/>
              <a:ext cx="160259" cy="114385"/>
            </a:xfrm>
            <a:custGeom>
              <a:avLst/>
              <a:gdLst/>
              <a:ahLst/>
              <a:cxnLst/>
              <a:rect l="l" t="t" r="r" b="b"/>
              <a:pathLst>
                <a:path w="160259" h="114385">
                  <a:moveTo>
                    <a:pt x="0" y="0"/>
                  </a:moveTo>
                  <a:lnTo>
                    <a:pt x="160259" y="0"/>
                  </a:lnTo>
                  <a:lnTo>
                    <a:pt x="160259" y="114385"/>
                  </a:lnTo>
                  <a:lnTo>
                    <a:pt x="0" y="114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41480" y="283224"/>
              <a:ext cx="2597005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recruitments@zecser.com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5285" y="642427"/>
              <a:ext cx="109688" cy="156698"/>
            </a:xfrm>
            <a:custGeom>
              <a:avLst/>
              <a:gdLst/>
              <a:ahLst/>
              <a:cxnLst/>
              <a:rect l="l" t="t" r="r" b="b"/>
              <a:pathLst>
                <a:path w="109688" h="156698">
                  <a:moveTo>
                    <a:pt x="0" y="0"/>
                  </a:moveTo>
                  <a:lnTo>
                    <a:pt x="109689" y="0"/>
                  </a:lnTo>
                  <a:lnTo>
                    <a:pt x="109689" y="156698"/>
                  </a:lnTo>
                  <a:lnTo>
                    <a:pt x="0" y="15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41480" y="595024"/>
              <a:ext cx="3031843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Heiley Offices, Kakkanad, Kochi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3945" y="1638214"/>
            <a:ext cx="7560000" cy="7560000"/>
          </a:xfrm>
          <a:custGeom>
            <a:avLst/>
            <a:gdLst/>
            <a:ahLst/>
            <a:cxnLst/>
            <a:rect l="l" t="t" r="r" b="b"/>
            <a:pathLst>
              <a:path w="7560000" h="7560000">
                <a:moveTo>
                  <a:pt x="0" y="0"/>
                </a:moveTo>
                <a:lnTo>
                  <a:pt x="7560000" y="0"/>
                </a:lnTo>
                <a:lnTo>
                  <a:pt x="7560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46658" y="2672703"/>
            <a:ext cx="5896299" cy="667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To,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Aiswarya Sasidharan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Subject</a:t>
            </a: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: Offer of  Python Developer (Trainee)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Dear </a:t>
            </a:r>
            <a:r>
              <a:rPr lang="en-US" sz="1100" b="1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Aiswarya Sasidharan,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We are delighted to extend an offer for the position of Python Developer (Trainee) at </a:t>
            </a:r>
            <a:r>
              <a:rPr lang="en-US" sz="1100" b="1" dirty="0" err="1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Zecser</a:t>
            </a: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Business LLP</a:t>
            </a: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. Based on your interest, skills, and potential, we are confident in your ability to grow with us and contribute effectively.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Training Period: 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Duration: 2 Months (Training Phase)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Nature: This will be a full-time, unpaid training focused on real-world Python project development, process adherence, and upskilling.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Start Date: </a:t>
            </a: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17-06-2025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Compensation: No stipend will be provided during this phase.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Probation period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Duration: 4 Months (Probationary Period)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Designation: Junior Python Developer 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You will be contributing to live projects and be part of the development team during this time.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Salary Range: 8000 - Above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425123" y="138910"/>
            <a:ext cx="3480604" cy="23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441" b="1" spc="123">
                <a:solidFill>
                  <a:srgbClr val="D93636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ZECSER BUSINESS LLP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09033" y="1790813"/>
            <a:ext cx="1283843" cy="242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8"/>
              </a:lnSpc>
            </a:pPr>
            <a:r>
              <a:rPr lang="en-US" sz="1495" b="1">
                <a:solidFill>
                  <a:srgbClr val="015DA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Offer Letter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25123" y="439226"/>
            <a:ext cx="3480604" cy="21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441" b="1" spc="123" dirty="0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17-06-2025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7906" y="7783112"/>
            <a:ext cx="1312467" cy="667718"/>
          </a:xfrm>
          <a:custGeom>
            <a:avLst/>
            <a:gdLst/>
            <a:ahLst/>
            <a:cxnLst/>
            <a:rect l="l" t="t" r="r" b="b"/>
            <a:pathLst>
              <a:path w="1312467" h="667718">
                <a:moveTo>
                  <a:pt x="0" y="0"/>
                </a:moveTo>
                <a:lnTo>
                  <a:pt x="1312467" y="0"/>
                </a:lnTo>
                <a:lnTo>
                  <a:pt x="1312467" y="667718"/>
                </a:lnTo>
                <a:lnTo>
                  <a:pt x="0" y="667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25123" y="9430535"/>
            <a:ext cx="2529992" cy="613465"/>
            <a:chOff x="0" y="0"/>
            <a:chExt cx="3373323" cy="817953"/>
          </a:xfrm>
        </p:grpSpPr>
        <p:sp>
          <p:nvSpPr>
            <p:cNvPr id="4" name="Freeform 4"/>
            <p:cNvSpPr/>
            <p:nvPr/>
          </p:nvSpPr>
          <p:spPr>
            <a:xfrm>
              <a:off x="20692" y="31309"/>
              <a:ext cx="118875" cy="163045"/>
            </a:xfrm>
            <a:custGeom>
              <a:avLst/>
              <a:gdLst/>
              <a:ahLst/>
              <a:cxnLst/>
              <a:rect l="l" t="t" r="r" b="b"/>
              <a:pathLst>
                <a:path w="118875" h="163045">
                  <a:moveTo>
                    <a:pt x="0" y="0"/>
                  </a:moveTo>
                  <a:lnTo>
                    <a:pt x="118875" y="0"/>
                  </a:lnTo>
                  <a:lnTo>
                    <a:pt x="118875" y="163045"/>
                  </a:lnTo>
                  <a:lnTo>
                    <a:pt x="0" y="163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341480" y="-28575"/>
              <a:ext cx="1823960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+91 7025661998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370190"/>
              <a:ext cx="160259" cy="114385"/>
            </a:xfrm>
            <a:custGeom>
              <a:avLst/>
              <a:gdLst/>
              <a:ahLst/>
              <a:cxnLst/>
              <a:rect l="l" t="t" r="r" b="b"/>
              <a:pathLst>
                <a:path w="160259" h="114385">
                  <a:moveTo>
                    <a:pt x="0" y="0"/>
                  </a:moveTo>
                  <a:lnTo>
                    <a:pt x="160259" y="0"/>
                  </a:lnTo>
                  <a:lnTo>
                    <a:pt x="160259" y="114385"/>
                  </a:lnTo>
                  <a:lnTo>
                    <a:pt x="0" y="114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41480" y="283224"/>
              <a:ext cx="2597005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recruitments@zecser.com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5285" y="642427"/>
              <a:ext cx="109688" cy="156698"/>
            </a:xfrm>
            <a:custGeom>
              <a:avLst/>
              <a:gdLst/>
              <a:ahLst/>
              <a:cxnLst/>
              <a:rect l="l" t="t" r="r" b="b"/>
              <a:pathLst>
                <a:path w="109688" h="156698">
                  <a:moveTo>
                    <a:pt x="0" y="0"/>
                  </a:moveTo>
                  <a:lnTo>
                    <a:pt x="109689" y="0"/>
                  </a:lnTo>
                  <a:lnTo>
                    <a:pt x="109689" y="156698"/>
                  </a:lnTo>
                  <a:lnTo>
                    <a:pt x="0" y="15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41480" y="595024"/>
              <a:ext cx="3031843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Heiley Offices, Kakkanad, Kochi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3945" y="1638214"/>
            <a:ext cx="7560000" cy="7560000"/>
          </a:xfrm>
          <a:custGeom>
            <a:avLst/>
            <a:gdLst/>
            <a:ahLst/>
            <a:cxnLst/>
            <a:rect l="l" t="t" r="r" b="b"/>
            <a:pathLst>
              <a:path w="7560000" h="7560000">
                <a:moveTo>
                  <a:pt x="0" y="0"/>
                </a:moveTo>
                <a:lnTo>
                  <a:pt x="7560000" y="0"/>
                </a:lnTo>
                <a:lnTo>
                  <a:pt x="7560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6000" y="2740206"/>
            <a:ext cx="5896299" cy="574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In-House Employment Opportunity: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Upon successful completion of the 2-month training and 4-month probation period (total 6 months), and subject to a satisfactory performance evaluation, you will be eligible for a basic salary and formally appointed as a full-time Junior Python Developer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A new employment letter will be issued with revised terms and conditions, salary structure, and benefits applicable as a regular employee.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Working Conditions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Work Hours: Full-time engagement, Monday to Friday (timings as per company policy).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Location: Remote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You are expected to maintain discipline, follow project deadlines, and collaborate actively with the team.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Termination Policy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Either party may terminate this agreement with 7 days' notice during the training or probation period.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The company reserves the right to terminate without notice in the event of misconduct, non-performance, or breach of policy.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425123" y="138910"/>
            <a:ext cx="3480604" cy="23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441" b="1" spc="123">
                <a:solidFill>
                  <a:srgbClr val="D93636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ZECSER BUSINESS LLP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7906" y="7783112"/>
            <a:ext cx="1312467" cy="667718"/>
          </a:xfrm>
          <a:custGeom>
            <a:avLst/>
            <a:gdLst/>
            <a:ahLst/>
            <a:cxnLst/>
            <a:rect l="l" t="t" r="r" b="b"/>
            <a:pathLst>
              <a:path w="1312467" h="667718">
                <a:moveTo>
                  <a:pt x="0" y="0"/>
                </a:moveTo>
                <a:lnTo>
                  <a:pt x="1312467" y="0"/>
                </a:lnTo>
                <a:lnTo>
                  <a:pt x="1312467" y="667718"/>
                </a:lnTo>
                <a:lnTo>
                  <a:pt x="0" y="667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25123" y="9430535"/>
            <a:ext cx="2529992" cy="613465"/>
            <a:chOff x="0" y="0"/>
            <a:chExt cx="3373323" cy="817953"/>
          </a:xfrm>
        </p:grpSpPr>
        <p:sp>
          <p:nvSpPr>
            <p:cNvPr id="4" name="Freeform 4"/>
            <p:cNvSpPr/>
            <p:nvPr/>
          </p:nvSpPr>
          <p:spPr>
            <a:xfrm>
              <a:off x="20692" y="31309"/>
              <a:ext cx="118875" cy="163045"/>
            </a:xfrm>
            <a:custGeom>
              <a:avLst/>
              <a:gdLst/>
              <a:ahLst/>
              <a:cxnLst/>
              <a:rect l="l" t="t" r="r" b="b"/>
              <a:pathLst>
                <a:path w="118875" h="163045">
                  <a:moveTo>
                    <a:pt x="0" y="0"/>
                  </a:moveTo>
                  <a:lnTo>
                    <a:pt x="118875" y="0"/>
                  </a:lnTo>
                  <a:lnTo>
                    <a:pt x="118875" y="163045"/>
                  </a:lnTo>
                  <a:lnTo>
                    <a:pt x="0" y="163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341480" y="-28575"/>
              <a:ext cx="1823960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+91 7025661998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370190"/>
              <a:ext cx="160259" cy="114385"/>
            </a:xfrm>
            <a:custGeom>
              <a:avLst/>
              <a:gdLst/>
              <a:ahLst/>
              <a:cxnLst/>
              <a:rect l="l" t="t" r="r" b="b"/>
              <a:pathLst>
                <a:path w="160259" h="114385">
                  <a:moveTo>
                    <a:pt x="0" y="0"/>
                  </a:moveTo>
                  <a:lnTo>
                    <a:pt x="160259" y="0"/>
                  </a:lnTo>
                  <a:lnTo>
                    <a:pt x="160259" y="114385"/>
                  </a:lnTo>
                  <a:lnTo>
                    <a:pt x="0" y="114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341480" y="283224"/>
              <a:ext cx="2597005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recruitments@zecser.com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25285" y="642427"/>
              <a:ext cx="109688" cy="156698"/>
            </a:xfrm>
            <a:custGeom>
              <a:avLst/>
              <a:gdLst/>
              <a:ahLst/>
              <a:cxnLst/>
              <a:rect l="l" t="t" r="r" b="b"/>
              <a:pathLst>
                <a:path w="109688" h="156698">
                  <a:moveTo>
                    <a:pt x="0" y="0"/>
                  </a:moveTo>
                  <a:lnTo>
                    <a:pt x="109689" y="0"/>
                  </a:lnTo>
                  <a:lnTo>
                    <a:pt x="109689" y="156698"/>
                  </a:lnTo>
                  <a:lnTo>
                    <a:pt x="0" y="15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41480" y="595024"/>
              <a:ext cx="3031843" cy="222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15"/>
                </a:lnSpc>
              </a:pPr>
              <a:r>
                <a:rPr lang="en-US" sz="10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Heiley Offices, Kakkanad, Kochi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3945" y="1638214"/>
            <a:ext cx="7560000" cy="7560000"/>
          </a:xfrm>
          <a:custGeom>
            <a:avLst/>
            <a:gdLst/>
            <a:ahLst/>
            <a:cxnLst/>
            <a:rect l="l" t="t" r="r" b="b"/>
            <a:pathLst>
              <a:path w="7560000" h="7560000">
                <a:moveTo>
                  <a:pt x="0" y="0"/>
                </a:moveTo>
                <a:lnTo>
                  <a:pt x="7560000" y="0"/>
                </a:lnTo>
                <a:lnTo>
                  <a:pt x="7560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6000" y="2740206"/>
            <a:ext cx="5896299" cy="55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Document Submission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Please submit the following documents along with your acceptance of this offer: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Copy of your educational and relevant certificates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Government-issued ID proof</a:t>
            </a:r>
          </a:p>
          <a:p>
            <a:pPr marL="237491" lvl="1" indent="-118745" algn="just">
              <a:lnSpc>
                <a:spcPts val="1793"/>
              </a:lnSpc>
              <a:buFont typeface="Arial"/>
              <a:buChar char="•"/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Passport-size photograph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We are excited to have you join us and look forward to a successful journey together.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Warm regards,</a:t>
            </a:r>
          </a:p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Archana D</a:t>
            </a:r>
          </a:p>
          <a:p>
            <a:pPr algn="just">
              <a:lnSpc>
                <a:spcPts val="1793"/>
              </a:lnSpc>
            </a:pP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HR Manager</a:t>
            </a:r>
          </a:p>
          <a:p>
            <a:pPr algn="just">
              <a:lnSpc>
                <a:spcPts val="1793"/>
              </a:lnSpc>
            </a:pPr>
            <a:r>
              <a:rPr lang="en-US" sz="1100" b="1" dirty="0" err="1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Zecser</a:t>
            </a: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Business LLP</a:t>
            </a:r>
          </a:p>
          <a:p>
            <a:pPr algn="just">
              <a:lnSpc>
                <a:spcPts val="1793"/>
              </a:lnSpc>
            </a:pPr>
            <a:endParaRPr lang="en-US" sz="1100" b="1" dirty="0">
              <a:solidFill>
                <a:srgbClr val="4B4A4A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1793"/>
              </a:lnSpc>
            </a:pPr>
            <a:endParaRPr lang="en-US" sz="1100" b="1" dirty="0">
              <a:solidFill>
                <a:srgbClr val="4B4A4A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1793"/>
              </a:lnSpc>
            </a:pPr>
            <a:endParaRPr lang="en-US" sz="1100" b="1" dirty="0">
              <a:solidFill>
                <a:srgbClr val="4B4A4A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1793"/>
              </a:lnSpc>
            </a:pPr>
            <a:endParaRPr lang="en-US" sz="1100" b="1" dirty="0">
              <a:solidFill>
                <a:srgbClr val="4B4A4A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1793"/>
              </a:lnSpc>
            </a:pPr>
            <a:endParaRPr lang="en-US" sz="1100" b="1" dirty="0">
              <a:solidFill>
                <a:srgbClr val="4B4A4A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Candidate Acceptance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I, </a:t>
            </a:r>
            <a:r>
              <a:rPr lang="en-US" sz="1100" b="1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Aiswarya Sasidharan</a:t>
            </a: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accept the offer for the position of Python Developer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(Trainee) at </a:t>
            </a:r>
            <a:r>
              <a:rPr lang="en-US" sz="1100" b="1" dirty="0" err="1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Zecser</a:t>
            </a:r>
            <a:r>
              <a:rPr lang="en-US" sz="1100" b="1" dirty="0">
                <a:solidFill>
                  <a:srgbClr val="4B4A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Business LLP</a:t>
            </a: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, under the terms and conditions mentioned above.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Signature: ___________________________</a:t>
            </a:r>
          </a:p>
          <a:p>
            <a:pPr algn="just">
              <a:lnSpc>
                <a:spcPts val="1793"/>
              </a:lnSpc>
            </a:pPr>
            <a:r>
              <a:rPr lang="en-US" sz="1100" dirty="0">
                <a:solidFill>
                  <a:srgbClr val="4B4A4A"/>
                </a:solidFill>
                <a:latin typeface="Open Sans"/>
                <a:ea typeface="Open Sans"/>
                <a:cs typeface="Open Sans"/>
                <a:sym typeface="Open Sans"/>
              </a:rPr>
              <a:t> Date: ___24-06-2025____________________________</a:t>
            </a: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1793"/>
              </a:lnSpc>
            </a:pPr>
            <a:endParaRPr lang="en-US" sz="1100" dirty="0">
              <a:solidFill>
                <a:srgbClr val="4B4A4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425123" y="138910"/>
            <a:ext cx="3480604" cy="23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441" b="1" spc="123">
                <a:solidFill>
                  <a:srgbClr val="D93636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ZECSER BUSINESS LLP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B64B10-3896-EF5A-51FB-3572A970037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450" y="7251700"/>
            <a:ext cx="990600" cy="3394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460</Words>
  <Application>Microsoft Office PowerPoint</Application>
  <PresentationFormat>Custom</PresentationFormat>
  <Paragraphs>76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Montserrat Classic Bold</vt:lpstr>
      <vt:lpstr>Open Sans Bold</vt:lpstr>
      <vt:lpstr>Arial</vt:lpstr>
      <vt:lpstr>Open Sans</vt:lpstr>
      <vt:lpstr>Calibri</vt:lpstr>
      <vt:lpstr>Montserrat Ultra-Bold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Professional Corporate Recommendation Business Letter</dc:title>
  <dc:creator>Archana d</dc:creator>
  <cp:lastModifiedBy>Aiswarya Sasidharan</cp:lastModifiedBy>
  <cp:revision>7</cp:revision>
  <dcterms:created xsi:type="dcterms:W3CDTF">2006-08-16T00:00:00Z</dcterms:created>
  <dcterms:modified xsi:type="dcterms:W3CDTF">2025-06-26T17:06:15Z</dcterms:modified>
  <dc:identifier>DAGmZaat_jw</dc:identifier>
</cp:coreProperties>
</file>